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1.png"/><Relationship Id="rId3" Type="http://schemas.openxmlformats.org/officeDocument/2006/relationships/image" Target="../media/image-3-1.png"/><Relationship Id="rId4" Type="http://schemas.openxmlformats.org/officeDocument/2006/relationships/image" Target="../media/image-3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jpeg"/><Relationship Id="rId3" Type="http://schemas.openxmlformats.org/officeDocument/2006/relationships/image" Target="../media/image-4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jpeg"/><Relationship Id="rId3" Type="http://schemas.openxmlformats.org/officeDocument/2006/relationships/image" Target="../media/image-5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jpeg"/><Relationship Id="rId3" Type="http://schemas.openxmlformats.org/officeDocument/2006/relationships/image" Target="../media/image-6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jpeg"/><Relationship Id="rId3" Type="http://schemas.openxmlformats.org/officeDocument/2006/relationships/image" Target="../media/image-7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jpeg"/><Relationship Id="rId3" Type="http://schemas.openxmlformats.org/officeDocument/2006/relationships/image" Target="../media/image-8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jpeg"/><Relationship Id="rId3" Type="http://schemas.openxmlformats.org/officeDocument/2006/relationships/image" Target="../media/image-9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1B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114800" cy="4114800"/>
          </a:xfrm>
          <a:prstGeom prst="ellipse">
            <a:avLst/>
          </a:prstGeom>
          <a:solidFill>
            <a:srgbClr val="3A251E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846320"/>
            <a:ext cx="3657600" cy="3657600"/>
          </a:xfrm>
          <a:prstGeom prst="ellipse">
            <a:avLst/>
          </a:prstGeom>
          <a:solidFill>
            <a:srgbClr val="3A251E"/>
          </a:solidFill>
          <a:ln/>
        </p:spPr>
      </p:sp>
      <p:sp>
        <p:nvSpPr>
          <p:cNvPr id="4" name="Shape 2"/>
          <p:cNvSpPr/>
          <p:nvPr/>
        </p:nvSpPr>
        <p:spPr>
          <a:xfrm>
            <a:off x="5410048" y="1280160"/>
            <a:ext cx="1371600" cy="1371600"/>
          </a:xfrm>
          <a:prstGeom prst="ellipse">
            <a:avLst/>
          </a:prstGeom>
          <a:solidFill>
            <a:srgbClr val="C1272D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5" name="Image 0" descr="icons/pizza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52948" y="1623060"/>
            <a:ext cx="685800" cy="685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063240"/>
            <a:ext cx="112772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PIZZA SALES ANALYSIS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457200" y="388620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SQL Case Study on Orders, Revenue &amp; Customer Preferences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184648" y="4526280"/>
            <a:ext cx="1828800" cy="0"/>
          </a:xfrm>
          <a:prstGeom prst="line">
            <a:avLst/>
          </a:prstGeom>
          <a:noFill/>
          <a:ln w="12700">
            <a:solidFill>
              <a:srgbClr val="5A473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470916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8C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 •  Mohammad Ammaar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1B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640080" cy="5486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5943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46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analyzes transactional data from a pizza restaurant using MySQL. The goal is to translate raw order-level data into clear, decision-ready business insights — covering sales volume, revenue, top-performing products, and customer ordering patterns.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3429000"/>
            <a:ext cx="594360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749040"/>
            <a:ext cx="640080" cy="640080"/>
          </a:xfrm>
          <a:prstGeom prst="ellipse">
            <a:avLst/>
          </a:prstGeom>
          <a:solidFill>
            <a:srgbClr val="C1272D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7" name="Image 0" descr="icons/char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" y="390906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374904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1B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343400"/>
            <a:ext cx="5212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C5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real business questions using SQL joins, aggregation, and filtering — total orders, revenue, best sellers, and customer size/category preferences.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766560" y="1417320"/>
            <a:ext cx="489204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132320" y="1737360"/>
            <a:ext cx="548640" cy="548640"/>
          </a:xfrm>
          <a:prstGeom prst="ellipse">
            <a:avLst/>
          </a:prstGeom>
          <a:solidFill>
            <a:srgbClr val="E8A33D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12" name="Image 1" descr="icons/database_charco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187452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818120" y="17373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B1B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— 4 Relational Tables</a:t>
            </a:r>
            <a:endParaRPr lang="en-US" sz="1550" dirty="0"/>
          </a:p>
        </p:txBody>
      </p:sp>
      <p:sp>
        <p:nvSpPr>
          <p:cNvPr id="14" name="Shape 10"/>
          <p:cNvSpPr/>
          <p:nvPr/>
        </p:nvSpPr>
        <p:spPr>
          <a:xfrm>
            <a:off x="7086600" y="25146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7F1EC"/>
          </a:solidFill>
          <a:ln/>
        </p:spPr>
      </p:sp>
      <p:sp>
        <p:nvSpPr>
          <p:cNvPr id="15" name="Text 11"/>
          <p:cNvSpPr/>
          <p:nvPr/>
        </p:nvSpPr>
        <p:spPr>
          <a:xfrm>
            <a:off x="7086600" y="25146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1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7589520" y="245973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7589520" y="277063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ID, date &amp; time of each order placed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7086600" y="335584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7F1EC"/>
          </a:solidFill>
          <a:ln/>
        </p:spPr>
      </p:sp>
      <p:sp>
        <p:nvSpPr>
          <p:cNvPr id="19" name="Text 15"/>
          <p:cNvSpPr/>
          <p:nvPr/>
        </p:nvSpPr>
        <p:spPr>
          <a:xfrm>
            <a:off x="7086600" y="33558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1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7589520" y="330098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order_details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7589520" y="36118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items — links orders to pizzas &amp; quantity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7086600" y="419709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7F1EC"/>
          </a:solidFill>
          <a:ln/>
        </p:spPr>
      </p:sp>
      <p:sp>
        <p:nvSpPr>
          <p:cNvPr id="23" name="Text 19"/>
          <p:cNvSpPr/>
          <p:nvPr/>
        </p:nvSpPr>
        <p:spPr>
          <a:xfrm>
            <a:off x="7086600" y="41970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1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7589520" y="414223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pizzas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7589520" y="445312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Pizza ID, size, and price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7086600" y="503834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7F1EC"/>
          </a:solidFill>
          <a:ln/>
        </p:spPr>
      </p:sp>
      <p:sp>
        <p:nvSpPr>
          <p:cNvPr id="27" name="Text 23"/>
          <p:cNvSpPr/>
          <p:nvPr/>
        </p:nvSpPr>
        <p:spPr>
          <a:xfrm>
            <a:off x="7086600" y="50383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1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7589520" y="4983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pizza_types</a:t>
            </a:r>
            <a:endParaRPr lang="en-US" sz="1400" dirty="0"/>
          </a:p>
        </p:txBody>
      </p:sp>
      <p:sp>
        <p:nvSpPr>
          <p:cNvPr id="29" name="Text 25"/>
          <p:cNvSpPr/>
          <p:nvPr/>
        </p:nvSpPr>
        <p:spPr>
          <a:xfrm>
            <a:off x="7589520" y="5294376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Pizza name, category, and description</a:t>
            </a:r>
            <a:endParaRPr lang="en-US" sz="1100" dirty="0"/>
          </a:p>
        </p:txBody>
      </p:sp>
      <p:sp>
        <p:nvSpPr>
          <p:cNvPr id="30" name="Text 2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Pizza Sales Analysis  |  SQL Project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1B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Structure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640080" cy="5486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17043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four tables connect through primary and foreign keys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108960" y="3063240"/>
            <a:ext cx="594360" cy="0"/>
          </a:xfrm>
          <a:prstGeom prst="line">
            <a:avLst/>
          </a:prstGeom>
          <a:noFill/>
          <a:ln w="25400">
            <a:solidFill>
              <a:srgbClr val="C9BD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89320" y="3063240"/>
            <a:ext cx="594360" cy="0"/>
          </a:xfrm>
          <a:prstGeom prst="line">
            <a:avLst/>
          </a:prstGeom>
          <a:noFill/>
          <a:ln w="25400">
            <a:solidFill>
              <a:srgbClr val="C9BDB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869680" y="3063240"/>
            <a:ext cx="594360" cy="0"/>
          </a:xfrm>
          <a:prstGeom prst="line">
            <a:avLst/>
          </a:prstGeom>
          <a:noFill/>
          <a:ln w="25400">
            <a:solidFill>
              <a:srgbClr val="C9BDB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2377440"/>
            <a:ext cx="22860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4D9D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60120" y="251460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C1272D"/>
          </a:solidFill>
          <a:ln/>
        </p:spPr>
      </p:sp>
      <p:pic>
        <p:nvPicPr>
          <p:cNvPr id="10" name="Image 0" descr="icons/databas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606040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32688" y="3035808"/>
            <a:ext cx="2066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932688" y="3364992"/>
            <a:ext cx="20665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order_id (PK)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703320" y="2377440"/>
            <a:ext cx="22860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4D9D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840480" y="251460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E8A33D"/>
          </a:solidFill>
          <a:ln/>
        </p:spPr>
      </p:sp>
      <p:pic>
        <p:nvPicPr>
          <p:cNvPr id="15" name="Image 1" descr="icons/databas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2606040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813048" y="3035808"/>
            <a:ext cx="2066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order_details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3813048" y="3364992"/>
            <a:ext cx="20665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order_id, pizza_id (FK)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6583680" y="2377440"/>
            <a:ext cx="22860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4D9D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720840" y="251460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C1272D"/>
          </a:solidFill>
          <a:ln/>
        </p:spPr>
      </p:sp>
      <p:pic>
        <p:nvPicPr>
          <p:cNvPr id="20" name="Image 2" descr="icons/databas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2606040"/>
            <a:ext cx="274320" cy="2743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693408" y="3035808"/>
            <a:ext cx="2066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pizzas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6693408" y="3364992"/>
            <a:ext cx="20665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pizza_id, pizza_type_id (FK)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9464040" y="2377440"/>
            <a:ext cx="22860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4D9D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9601200" y="251460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E8A33D"/>
          </a:solidFill>
          <a:ln/>
        </p:spPr>
      </p:sp>
      <p:pic>
        <p:nvPicPr>
          <p:cNvPr id="25" name="Image 3" descr="icons/databas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0" y="2606040"/>
            <a:ext cx="274320" cy="2743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573768" y="3035808"/>
            <a:ext cx="2066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pizza_types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9573768" y="3364992"/>
            <a:ext cx="20665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pizza_type_id (PK)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822960" y="42976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order_details is the bridge table: each row links one order to one pizza and its quantity, while pizzas links to pizza_types for the pizza’s name, category, and price.</a:t>
            </a:r>
            <a:endParaRPr lang="en-US" sz="1250" dirty="0"/>
          </a:p>
        </p:txBody>
      </p:sp>
      <p:sp>
        <p:nvSpPr>
          <p:cNvPr id="29" name="Text 2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Pizza Sales Analysis  |  SQL Project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2940" y="480060"/>
            <a:ext cx="777240" cy="777240"/>
          </a:xfrm>
          <a:prstGeom prst="ellipse">
            <a:avLst/>
          </a:prstGeom>
          <a:solidFill>
            <a:srgbClr val="C1272D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3" name="Image 0" descr="icons/car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674370"/>
            <a:ext cx="388620" cy="3886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" y="1234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600200" y="50292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1B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Number of Orders Placed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1627632" y="1298448"/>
            <a:ext cx="2926080" cy="4114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7" name="Shape 4"/>
          <p:cNvSpPr/>
          <p:nvPr/>
        </p:nvSpPr>
        <p:spPr>
          <a:xfrm>
            <a:off x="1295248" y="1828800"/>
            <a:ext cx="9601200" cy="2331720"/>
          </a:xfrm>
          <a:prstGeom prst="roundRect">
            <a:avLst>
              <a:gd name="adj" fmla="val 3922"/>
            </a:avLst>
          </a:prstGeom>
          <a:solidFill>
            <a:srgbClr val="2B1B17"/>
          </a:solidFill>
          <a:ln/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1569568" y="1938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</a:t>
            </a:r>
            <a:endParaRPr lang="en-US" sz="1050" dirty="0"/>
          </a:p>
        </p:txBody>
      </p:sp>
      <p:pic>
        <p:nvPicPr>
          <p:cNvPr id="9" name="Image 1" descr="/mnt/user-data/uploads/Q1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6979" y="2286000"/>
            <a:ext cx="4757738" cy="169164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632808" y="4416552"/>
            <a:ext cx="292608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4D9D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4861408" y="45079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1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pic>
        <p:nvPicPr>
          <p:cNvPr id="12" name="Image 2" descr="/mnt/user-data/uploads/A1.jpe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1413" y="4828032"/>
            <a:ext cx="1688869" cy="10515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Pizza Sales Analysis  |  SQL Project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2940" y="480060"/>
            <a:ext cx="777240" cy="777240"/>
          </a:xfrm>
          <a:prstGeom prst="ellipse">
            <a:avLst/>
          </a:prstGeom>
          <a:solidFill>
            <a:srgbClr val="C1272D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3" name="Image 0" descr="icons/dolla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674370"/>
            <a:ext cx="388620" cy="3886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" y="1234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600200" y="50292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1B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Revenue from Pizza Sales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1627632" y="1298448"/>
            <a:ext cx="2926080" cy="4114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7" name="Shape 4"/>
          <p:cNvSpPr/>
          <p:nvPr/>
        </p:nvSpPr>
        <p:spPr>
          <a:xfrm>
            <a:off x="1295248" y="1828800"/>
            <a:ext cx="9601200" cy="2331720"/>
          </a:xfrm>
          <a:prstGeom prst="roundRect">
            <a:avLst>
              <a:gd name="adj" fmla="val 3922"/>
            </a:avLst>
          </a:prstGeom>
          <a:solidFill>
            <a:srgbClr val="2B1B17"/>
          </a:solidFill>
          <a:ln/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1569568" y="1938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</a:t>
            </a:r>
            <a:endParaRPr lang="en-US" sz="1050" dirty="0"/>
          </a:p>
        </p:txBody>
      </p:sp>
      <p:pic>
        <p:nvPicPr>
          <p:cNvPr id="9" name="Image 1" descr="/mnt/user-data/uploads/Q2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2369" y="2286000"/>
            <a:ext cx="6266956" cy="169164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632808" y="4416552"/>
            <a:ext cx="292608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4D9D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4861408" y="45079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1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pic>
        <p:nvPicPr>
          <p:cNvPr id="12" name="Image 2" descr="/mnt/user-data/uploads/A2.jpe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8494" y="4828032"/>
            <a:ext cx="1674707" cy="10515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Pizza Sales Analysis  |  SQL Project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2940" y="480060"/>
            <a:ext cx="777240" cy="777240"/>
          </a:xfrm>
          <a:prstGeom prst="ellipse">
            <a:avLst/>
          </a:prstGeom>
          <a:solidFill>
            <a:srgbClr val="C1272D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3" name="Image 0" descr="icons/crow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674370"/>
            <a:ext cx="388620" cy="3886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" y="1234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600200" y="50292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1B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Highest-Priced Pizza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1627632" y="1298448"/>
            <a:ext cx="2926080" cy="4114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7" name="Shape 4"/>
          <p:cNvSpPr/>
          <p:nvPr/>
        </p:nvSpPr>
        <p:spPr>
          <a:xfrm>
            <a:off x="1295248" y="1828800"/>
            <a:ext cx="9601200" cy="2331720"/>
          </a:xfrm>
          <a:prstGeom prst="roundRect">
            <a:avLst>
              <a:gd name="adj" fmla="val 3922"/>
            </a:avLst>
          </a:prstGeom>
          <a:solidFill>
            <a:srgbClr val="2B1B17"/>
          </a:solidFill>
          <a:ln/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1569568" y="1938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</a:t>
            </a:r>
            <a:endParaRPr lang="en-US" sz="1050" dirty="0"/>
          </a:p>
        </p:txBody>
      </p:sp>
      <p:pic>
        <p:nvPicPr>
          <p:cNvPr id="9" name="Image 1" descr="/mnt/user-data/uploads/Q3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7535" y="2286000"/>
            <a:ext cx="5616625" cy="169164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591050" y="4416552"/>
            <a:ext cx="3009595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4D9D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4819650" y="45079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1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pic>
        <p:nvPicPr>
          <p:cNvPr id="12" name="Image 2" descr="/mnt/user-data/uploads/A3.jpe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1090" y="4828032"/>
            <a:ext cx="2369515" cy="10515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Pizza Sales Analysis  |  SQL Project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2940" y="480060"/>
            <a:ext cx="777240" cy="777240"/>
          </a:xfrm>
          <a:prstGeom prst="ellipse">
            <a:avLst/>
          </a:prstGeom>
          <a:solidFill>
            <a:srgbClr val="C1272D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3" name="Image 0" descr="icons/gri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674370"/>
            <a:ext cx="388620" cy="3886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" y="1234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600200" y="50292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1B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Common Pizza Size Ordered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1627632" y="1298448"/>
            <a:ext cx="2926080" cy="4114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7" name="Shape 4"/>
          <p:cNvSpPr/>
          <p:nvPr/>
        </p:nvSpPr>
        <p:spPr>
          <a:xfrm>
            <a:off x="1295248" y="1828800"/>
            <a:ext cx="9601200" cy="2331720"/>
          </a:xfrm>
          <a:prstGeom prst="roundRect">
            <a:avLst>
              <a:gd name="adj" fmla="val 3922"/>
            </a:avLst>
          </a:prstGeom>
          <a:solidFill>
            <a:srgbClr val="2B1B17"/>
          </a:solidFill>
          <a:ln/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1569568" y="1938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</a:t>
            </a:r>
            <a:endParaRPr lang="en-US" sz="1050" dirty="0"/>
          </a:p>
        </p:txBody>
      </p:sp>
      <p:pic>
        <p:nvPicPr>
          <p:cNvPr id="9" name="Image 1" descr="/mnt/user-data/uploads/Q4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6508" y="2286000"/>
            <a:ext cx="6858679" cy="169164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632808" y="4416552"/>
            <a:ext cx="292608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4D9D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4861408" y="45079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1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pic>
        <p:nvPicPr>
          <p:cNvPr id="12" name="Image 2" descr="/mnt/user-data/uploads/A4.jpe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7694" y="4828032"/>
            <a:ext cx="1096307" cy="10515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Pizza Sales Analysis  |  SQL Project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2940" y="480060"/>
            <a:ext cx="777240" cy="777240"/>
          </a:xfrm>
          <a:prstGeom prst="ellipse">
            <a:avLst/>
          </a:prstGeom>
          <a:solidFill>
            <a:srgbClr val="C1272D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3" name="Image 0" descr="icons/trophy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674370"/>
            <a:ext cx="388620" cy="3886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" y="1234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600200" y="50292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1B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5 Most Ordered Pizza Types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1627632" y="1298448"/>
            <a:ext cx="2926080" cy="4114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7" name="Shape 4"/>
          <p:cNvSpPr/>
          <p:nvPr/>
        </p:nvSpPr>
        <p:spPr>
          <a:xfrm>
            <a:off x="1295248" y="1828800"/>
            <a:ext cx="9601200" cy="2331720"/>
          </a:xfrm>
          <a:prstGeom prst="roundRect">
            <a:avLst>
              <a:gd name="adj" fmla="val 3922"/>
            </a:avLst>
          </a:prstGeom>
          <a:solidFill>
            <a:srgbClr val="2B1B17"/>
          </a:solidFill>
          <a:ln/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1569568" y="1938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</a:t>
            </a:r>
            <a:endParaRPr lang="en-US" sz="1050" dirty="0"/>
          </a:p>
        </p:txBody>
      </p:sp>
      <p:pic>
        <p:nvPicPr>
          <p:cNvPr id="9" name="Image 1" descr="/mnt/user-data/uploads/Q5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2449" y="2286000"/>
            <a:ext cx="3506797" cy="169164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632808" y="4416552"/>
            <a:ext cx="292608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4D9D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4861408" y="45079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1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pic>
        <p:nvPicPr>
          <p:cNvPr id="12" name="Image 2" descr="/mnt/user-data/uploads/A5.jpe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0914" y="4828032"/>
            <a:ext cx="1889867" cy="10515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Pizza Sales Analysis  |  SQL Project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2940" y="480060"/>
            <a:ext cx="777240" cy="777240"/>
          </a:xfrm>
          <a:prstGeom prst="ellipse">
            <a:avLst/>
          </a:prstGeom>
          <a:solidFill>
            <a:srgbClr val="C1272D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3" name="Image 0" descr="icons/tag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674370"/>
            <a:ext cx="388620" cy="3886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" y="1234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600200" y="50292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1B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Quantity Ordered by Category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1627632" y="1298448"/>
            <a:ext cx="2926080" cy="4114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7" name="Shape 4"/>
          <p:cNvSpPr/>
          <p:nvPr/>
        </p:nvSpPr>
        <p:spPr>
          <a:xfrm>
            <a:off x="1295248" y="1828800"/>
            <a:ext cx="9601200" cy="2331720"/>
          </a:xfrm>
          <a:prstGeom prst="roundRect">
            <a:avLst>
              <a:gd name="adj" fmla="val 3922"/>
            </a:avLst>
          </a:prstGeom>
          <a:solidFill>
            <a:srgbClr val="2B1B17"/>
          </a:solidFill>
          <a:ln/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1569568" y="1938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</a:t>
            </a:r>
            <a:endParaRPr lang="en-US" sz="1050" dirty="0"/>
          </a:p>
        </p:txBody>
      </p:sp>
      <p:pic>
        <p:nvPicPr>
          <p:cNvPr id="9" name="Image 1" descr="/mnt/user-data/uploads/Q6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7772" y="2286000"/>
            <a:ext cx="3716151" cy="169164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632808" y="4416552"/>
            <a:ext cx="292608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4D9D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4861408" y="45079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1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pic>
        <p:nvPicPr>
          <p:cNvPr id="12" name="Image 2" descr="/mnt/user-data/uploads/A6.jpe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4054" y="4828032"/>
            <a:ext cx="1303587" cy="10515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Pizza Sales Analysis  |  SQL Project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B1B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640080" cy="5486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Shape 2"/>
          <p:cNvSpPr/>
          <p:nvPr/>
        </p:nvSpPr>
        <p:spPr>
          <a:xfrm>
            <a:off x="495148" y="150876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3A251E"/>
          </a:solidFill>
          <a:ln/>
        </p:spPr>
      </p:sp>
      <p:sp>
        <p:nvSpPr>
          <p:cNvPr id="5" name="Shape 3"/>
          <p:cNvSpPr/>
          <p:nvPr/>
        </p:nvSpPr>
        <p:spPr>
          <a:xfrm>
            <a:off x="769468" y="1737360"/>
            <a:ext cx="640080" cy="640080"/>
          </a:xfrm>
          <a:prstGeom prst="ellipse">
            <a:avLst/>
          </a:prstGeom>
          <a:solidFill>
            <a:srgbClr val="E8A33D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6" name="Image 0" descr="icons/cart_charco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9488" y="189738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23748" y="246888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21,350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23748" y="297180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C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 Placed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35628" y="150876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3A251E"/>
          </a:solidFill>
          <a:ln/>
        </p:spPr>
      </p:sp>
      <p:sp>
        <p:nvSpPr>
          <p:cNvPr id="10" name="Shape 7"/>
          <p:cNvSpPr/>
          <p:nvPr/>
        </p:nvSpPr>
        <p:spPr>
          <a:xfrm>
            <a:off x="4609948" y="1737360"/>
            <a:ext cx="640080" cy="640080"/>
          </a:xfrm>
          <a:prstGeom prst="ellipse">
            <a:avLst/>
          </a:prstGeom>
          <a:solidFill>
            <a:srgbClr val="E8A33D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11" name="Image 1" descr="icons/dollar_charco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9968" y="189738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64228" y="246888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$817,860.05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4564228" y="297180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C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Generated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76108" y="150876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3A251E"/>
          </a:solidFill>
          <a:ln/>
        </p:spPr>
      </p:sp>
      <p:sp>
        <p:nvSpPr>
          <p:cNvPr id="15" name="Shape 11"/>
          <p:cNvSpPr/>
          <p:nvPr/>
        </p:nvSpPr>
        <p:spPr>
          <a:xfrm>
            <a:off x="8450428" y="1737360"/>
            <a:ext cx="640080" cy="640080"/>
          </a:xfrm>
          <a:prstGeom prst="ellipse">
            <a:avLst/>
          </a:prstGeom>
          <a:solidFill>
            <a:srgbClr val="E8A33D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16" name="Image 2" descr="icons/crown_charco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0448" y="189738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04708" y="246888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$35.95</a:t>
            </a:r>
            <a:endParaRPr lang="en-US" sz="2200" dirty="0"/>
          </a:p>
        </p:txBody>
      </p:sp>
      <p:sp>
        <p:nvSpPr>
          <p:cNvPr id="18" name="Text 13"/>
          <p:cNvSpPr/>
          <p:nvPr/>
        </p:nvSpPr>
        <p:spPr>
          <a:xfrm>
            <a:off x="8404708" y="297180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C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Greek Pizza — Highest Priced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95148" y="379476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3A251E"/>
          </a:solidFill>
          <a:ln/>
        </p:spPr>
      </p:sp>
      <p:sp>
        <p:nvSpPr>
          <p:cNvPr id="20" name="Shape 15"/>
          <p:cNvSpPr/>
          <p:nvPr/>
        </p:nvSpPr>
        <p:spPr>
          <a:xfrm>
            <a:off x="769468" y="4023360"/>
            <a:ext cx="640080" cy="640080"/>
          </a:xfrm>
          <a:prstGeom prst="ellipse">
            <a:avLst/>
          </a:prstGeom>
          <a:solidFill>
            <a:srgbClr val="E8A33D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21" name="Image 3" descr="icons/grid_charco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488" y="4183380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3748" y="475488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Large (L)</a:t>
            </a:r>
            <a:endParaRPr lang="en-US" sz="2200" dirty="0"/>
          </a:p>
        </p:txBody>
      </p:sp>
      <p:sp>
        <p:nvSpPr>
          <p:cNvPr id="23" name="Text 17"/>
          <p:cNvSpPr/>
          <p:nvPr/>
        </p:nvSpPr>
        <p:spPr>
          <a:xfrm>
            <a:off x="723748" y="525780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C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Common Size Ordered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335628" y="379476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3A251E"/>
          </a:solidFill>
          <a:ln/>
        </p:spPr>
      </p:sp>
      <p:sp>
        <p:nvSpPr>
          <p:cNvPr id="25" name="Shape 19"/>
          <p:cNvSpPr/>
          <p:nvPr/>
        </p:nvSpPr>
        <p:spPr>
          <a:xfrm>
            <a:off x="4609948" y="4023360"/>
            <a:ext cx="640080" cy="640080"/>
          </a:xfrm>
          <a:prstGeom prst="ellipse">
            <a:avLst/>
          </a:prstGeom>
          <a:solidFill>
            <a:srgbClr val="E8A33D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26" name="Image 4" descr="icons/trophy_charco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9968" y="4183380"/>
            <a:ext cx="320040" cy="32004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64228" y="475488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Classic Deluxe</a:t>
            </a:r>
            <a:endParaRPr lang="en-US" sz="2200" dirty="0"/>
          </a:p>
        </p:txBody>
      </p:sp>
      <p:sp>
        <p:nvSpPr>
          <p:cNvPr id="28" name="Text 21"/>
          <p:cNvSpPr/>
          <p:nvPr/>
        </p:nvSpPr>
        <p:spPr>
          <a:xfrm>
            <a:off x="4564228" y="525780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C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Top-Selling Pizza (2,453 units)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176108" y="379476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3A251E"/>
          </a:solidFill>
          <a:ln/>
        </p:spPr>
      </p:sp>
      <p:sp>
        <p:nvSpPr>
          <p:cNvPr id="30" name="Shape 23"/>
          <p:cNvSpPr/>
          <p:nvPr/>
        </p:nvSpPr>
        <p:spPr>
          <a:xfrm>
            <a:off x="8450428" y="4023360"/>
            <a:ext cx="640080" cy="640080"/>
          </a:xfrm>
          <a:prstGeom prst="ellipse">
            <a:avLst/>
          </a:prstGeom>
          <a:solidFill>
            <a:srgbClr val="E8A33D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31" name="Image 5" descr="icons/tags_charcoa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10448" y="4183380"/>
            <a:ext cx="320040" cy="32004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404708" y="475488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Classic</a:t>
            </a:r>
            <a:endParaRPr lang="en-US" sz="2200" dirty="0"/>
          </a:p>
        </p:txBody>
      </p:sp>
      <p:sp>
        <p:nvSpPr>
          <p:cNvPr id="33" name="Text 25"/>
          <p:cNvSpPr/>
          <p:nvPr/>
        </p:nvSpPr>
        <p:spPr>
          <a:xfrm>
            <a:off x="8404708" y="525780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C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Category by Quantity (14,888)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9A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Pizza Sales Analysis  |  SQL Project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9A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B1B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3A251E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572000"/>
            <a:ext cx="3657600" cy="3657600"/>
          </a:xfrm>
          <a:prstGeom prst="ellipse">
            <a:avLst/>
          </a:prstGeom>
          <a:solidFill>
            <a:srgbClr val="3A251E"/>
          </a:solidFill>
          <a:ln/>
        </p:spPr>
      </p:sp>
      <p:sp>
        <p:nvSpPr>
          <p:cNvPr id="4" name="Shape 2"/>
          <p:cNvSpPr/>
          <p:nvPr/>
        </p:nvSpPr>
        <p:spPr>
          <a:xfrm>
            <a:off x="5547208" y="1188720"/>
            <a:ext cx="1097280" cy="1097280"/>
          </a:xfrm>
          <a:prstGeom prst="ellipse">
            <a:avLst/>
          </a:prstGeom>
          <a:solidFill>
            <a:srgbClr val="C1272D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5" name="Image 0" descr="icons/pizza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21528" y="146304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2468880"/>
            <a:ext cx="112772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457200" y="324612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queries, schema &amp; results available on GitHub</a:t>
            </a:r>
            <a:endParaRPr lang="en-US" sz="1500" dirty="0"/>
          </a:p>
        </p:txBody>
      </p:sp>
      <p:pic>
        <p:nvPicPr>
          <p:cNvPr id="8" name="Image 1" descr="icons/github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1208" y="4160520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626968" y="4114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C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full project on GitHub</a:t>
            </a:r>
            <a:endParaRPr lang="en-US" sz="1250" dirty="0"/>
          </a:p>
        </p:txBody>
      </p:sp>
      <p:pic>
        <p:nvPicPr>
          <p:cNvPr id="10" name="Image 2" descr="icons/envelope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0168" y="4160520"/>
            <a:ext cx="274320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735928" y="4114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C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mdammaar90@gmail.com</a:t>
            </a:r>
            <a:endParaRPr lang="en-US" sz="1250" dirty="0"/>
          </a:p>
        </p:txBody>
      </p:sp>
      <p:sp>
        <p:nvSpPr>
          <p:cNvPr id="12" name="Text 7"/>
          <p:cNvSpPr/>
          <p:nvPr/>
        </p:nvSpPr>
        <p:spPr>
          <a:xfrm>
            <a:off x="457200" y="603504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8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Mohammad Ammaar  |  Computer Science Graduate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2026-08-16T08:37:42Z</dcterms:created>
  <dcterms:modified xsi:type="dcterms:W3CDTF">2026-08-16T08:37:42Z</dcterms:modified>
</cp:coreProperties>
</file>